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554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DAC — DevOps-as-a-Chat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7D2FE"/>
                </a:solidFill>
              </a:rPr>
              <a:t>Améliorer l'expérience du chat &amp; sécuriser les actions (dry-run + confirmation)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CodeCamp ETNA 2026  ·  Challenges 1 &amp; 2  ·  Présentation finale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Le problème traité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25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DAC permet de créer/configurer de l'infrastructure AWS via un chat.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Challenge 1 — l'expérience du chat était confuse :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Messages d'erreur bruts, tronqués, avec doublons (« 500: … 500: … »).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Aucune distinction entre information, action proposée et action exécutée.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Pas de feedback de progression : on ne sait pas si un déploiement se termine.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Challenge 2 — les actions sensibles n'étaient pas sécurisées :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La configuration s'exécutait dès la sélection des VM, sans confirmation.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Aucune simulation possible avant exécution, aucune trace des décisions.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La solution proposée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25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Challenge 1 — un chat plus clair et plus lisible :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Traduction des erreurs techniques → message clair + action corrective.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Badges par type de message : info / proposition / exécution / erreur.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Récapitulatif structuré du plan + barre de progression des tâches.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Suggestions de saisie + messages d'aide compréhensibles.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Challenge 2 — sécurisation des actions :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Classification de sensibilité (safe / sensitive / dangerous).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Mode simulation (dry-run) : « simuler &lt;commande&gt; » sans rien exécuter.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Confirmation explicite + journalisation des décisions (oui/non).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Les choix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25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Stack : FastAPI (Python) + React/TypeScript (Vite) + PostgreSQL, Docker Compose.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Backend — services découplés et testables :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error_translator, action_safety, plan_presenter, decision_log (table dédiée).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AMI résolue via data source aws_ami ; dry-run branché dans l'exécuteur SSM.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Frontend — composants MUI + rendu Markdown des messages :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Type de message porté par extra.type, avec inférence de secours.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Historique masqué au login, révélé au scroll (timestamp de connexion).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Qualité : 17 tests frontend (Vitest + Testing Library) sur les briques clés.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La démonstration fonctionnelle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25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Scénario 1 — création d'infrastructure :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« crée une instance ubuntu sur aws » → plan → confirmation → déploiement suivi.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Scénario 2 — erreur claire :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Type d'instance non Free Tier → message « utilise t3.micro » au lieu d'une stacktrace.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Scénario 3 — simulation (dry-run) :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« simuler sudo systemctl restart nginx » → commande affichée, AUCUNE exécution.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Scénario 4 — confirmation d'une configuration :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Sélection VM → plan d'action + boutons Confirmer/Annuler → décision tracée.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Les limites restantes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25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La commande shell exacte du flux configure n'est pas toujours affichée :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475569"/>
                </a:solidFill>
              </a:rPr>
              <a:t>– elle est générée à l'exécution ; on montre l'action de catalogue.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Journalisation des décisions branchée surtout sur create et configure.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Statut des conversations (déployé / en erreur) dans la sidebar : non fait (déféré).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Dry-run SSM : démontré via la commande « simuler », pas encore un toggle UI.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Tests : couverture sur les briques pures ; pas encore de tests E2E.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Les améliorations possibles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25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Toggle « Simuler / Exécuter » dans l'UI + dry-run Ansible natif (--check).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Écran d'historique des décisions (audit trail consultable).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Badges de statut + reprise de conversation dans la sidebar (Challenge 1, Axe 4).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Garde-fou systématique : refus d'exécution directe pour toute action sensible.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Étendre la journalisation à audit/monitoring et la traduction d'erreurs partout.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</a:rPr>
              <a:t>• Tests E2E (Playwright) sur les parcours création / configuration / simulation.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554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Merci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7D2FE"/>
                </a:solidFill>
              </a:rPr>
              <a:t>DAC — un chat DevOps plus clair, et des actions sécurisées par simulation &amp; confirmation.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Questions ?  ·  CodeCamp ETNA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